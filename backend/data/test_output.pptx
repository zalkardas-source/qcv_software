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 Light"/>
              </a:defRPr>
            </a:pPr>
            <a:r>
              <a:t>Julian Mattern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8D7EB"/>
                </a:solidFill>
                <a:latin typeface="Calibri"/>
              </a:defRPr>
            </a:pPr>
            <a:r>
              <a:t>✉  email@email.de     |     ✆  0171 23456789     |     ⌂  Musterstadt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Quatelio CVision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00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87882"/>
                </a:solidFill>
                <a:latin typeface="Calibri"/>
              </a:defRPr>
            </a:pPr>
            <a:r>
              <a:t>Born: 07.07.2004   •   Nationality: deutsch   •   Status: ledig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569C"/>
                </a:solidFill>
                <a:latin typeface="Calibri"/>
              </a:defRPr>
            </a:pPr>
            <a:r>
              <a:t>PROFESSIONAL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9272"/>
            <a:ext cx="1828800" cy="22860"/>
          </a:xfrm>
          <a:prstGeom prst="rect">
            <a:avLst/>
          </a:prstGeom>
          <a:solidFill>
            <a:srgbClr val="00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6576" cy="594360"/>
          </a:xfrm>
          <a:prstGeom prst="rect">
            <a:avLst/>
          </a:prstGeom>
          <a:solidFill>
            <a:srgbClr val="00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564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E1E23"/>
                </a:solidFill>
                <a:latin typeface="Calibri"/>
              </a:defRPr>
            </a:pPr>
            <a:r>
              <a:t>Schülerpraktikum - Seniorenheim Muster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456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787882"/>
                </a:solidFill>
                <a:latin typeface="Calibri"/>
              </a:defRPr>
            </a:pPr>
            <a:r>
              <a:t>02.2019 – 04.2019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7588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1414B"/>
                </a:solidFill>
                <a:latin typeface="Calibri"/>
              </a:defRPr>
            </a:pPr>
            <a:r>
              <a:t>Altenpflege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24528"/>
            <a:ext cx="36576" cy="594360"/>
          </a:xfrm>
          <a:prstGeom prst="rect">
            <a:avLst/>
          </a:prstGeom>
          <a:solidFill>
            <a:srgbClr val="00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206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E1E23"/>
                </a:solidFill>
                <a:latin typeface="Calibri"/>
              </a:defRPr>
            </a:pPr>
            <a:r>
              <a:t>Schülerpraktikum - Kindergarten Sonnenblume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206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787882"/>
                </a:solidFill>
                <a:latin typeface="Calibri"/>
              </a:defRPr>
            </a:pPr>
            <a:r>
              <a:t>09.2018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74336"/>
            <a:ext cx="36576" cy="594360"/>
          </a:xfrm>
          <a:prstGeom prst="rect">
            <a:avLst/>
          </a:prstGeom>
          <a:solidFill>
            <a:srgbClr val="00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9560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E1E23"/>
                </a:solidFill>
                <a:latin typeface="Calibri"/>
              </a:defRPr>
            </a:pPr>
            <a:r>
              <a:t>Städtische Realschule Muster, Musterstadt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956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787882"/>
                </a:solidFill>
                <a:latin typeface="Calibri"/>
              </a:defRPr>
            </a:pPr>
            <a:r>
              <a:t>08.2012 - 06.2020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175504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1414B"/>
                </a:solidFill>
                <a:latin typeface="Calibri"/>
              </a:defRPr>
            </a:pPr>
            <a:r>
              <a:t>Mittlere Reife, Aktuelle Durchschnittsnote: 2,0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569C"/>
                </a:solidFill>
                <a:latin typeface="Calibri"/>
              </a:defRPr>
            </a:pPr>
            <a:r>
              <a:t>CORE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319272"/>
            <a:ext cx="1097280" cy="22860"/>
          </a:xfrm>
          <a:prstGeom prst="rect">
            <a:avLst/>
          </a:prstGeom>
          <a:solidFill>
            <a:srgbClr val="00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502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Deutsch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95560" y="352044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8221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Englisch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384048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4142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Microsoft Word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416052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44622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Microsoft Excel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448056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4782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Microsoft PowerPoint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95560" y="480060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51023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Microsoft Outlook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95560" y="512064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5422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Handball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5560" y="544068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5742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41414B"/>
                </a:solidFill>
                <a:latin typeface="Calibri"/>
              </a:defRPr>
            </a:pPr>
            <a:r>
              <a:t>Gitarre spielen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95560" y="5760720"/>
            <a:ext cx="1508760" cy="16459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574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A0B4C8"/>
                </a:solidFill>
                <a:latin typeface="Calibri"/>
              </a:defRPr>
            </a:pPr>
            <a:r>
              <a:t>Generated by Quatelio CVision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6574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1">
                <a:solidFill>
                  <a:srgbClr val="A0B4C8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